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73152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C4E7"/>
    <a:srgbClr val="B4B4B4"/>
    <a:srgbClr val="B2B2B2"/>
    <a:srgbClr val="5A5A5A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8F9892-ED24-4580-932C-8557175F6772}" v="6" dt="2026-07-11T09:58:56.0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4" d="100"/>
          <a:sy n="44" d="100"/>
        </p:scale>
        <p:origin x="11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itz Lang" userId="b25fab5a75462c05" providerId="LiveId" clId="{894FF654-B822-4D74-985C-D3F13E26E2DC}"/>
    <pc:docChg chg="custSel addSld modSld">
      <pc:chgData name="Moritz Lang" userId="b25fab5a75462c05" providerId="LiveId" clId="{894FF654-B822-4D74-985C-D3F13E26E2DC}" dt="2026-07-11T10:30:47.383" v="96" actId="207"/>
      <pc:docMkLst>
        <pc:docMk/>
      </pc:docMkLst>
      <pc:sldChg chg="addSp modSp mod">
        <pc:chgData name="Moritz Lang" userId="b25fab5a75462c05" providerId="LiveId" clId="{894FF654-B822-4D74-985C-D3F13E26E2DC}" dt="2026-07-11T10:25:40.460" v="93" actId="1038"/>
        <pc:sldMkLst>
          <pc:docMk/>
          <pc:sldMk cId="3924827878" sldId="256"/>
        </pc:sldMkLst>
        <pc:spChg chg="add mod ord">
          <ac:chgData name="Moritz Lang" userId="b25fab5a75462c05" providerId="LiveId" clId="{894FF654-B822-4D74-985C-D3F13E26E2DC}" dt="2026-07-11T10:11:29.271" v="59" actId="207"/>
          <ac:spMkLst>
            <pc:docMk/>
            <pc:sldMk cId="3924827878" sldId="256"/>
            <ac:spMk id="2" creationId="{DBADD873-8F80-8AFC-1432-EE052674AFB2}"/>
          </ac:spMkLst>
        </pc:spChg>
        <pc:spChg chg="add mod">
          <ac:chgData name="Moritz Lang" userId="b25fab5a75462c05" providerId="LiveId" clId="{894FF654-B822-4D74-985C-D3F13E26E2DC}" dt="2026-07-11T10:25:40.460" v="93" actId="1038"/>
          <ac:spMkLst>
            <pc:docMk/>
            <pc:sldMk cId="3924827878" sldId="256"/>
            <ac:spMk id="4" creationId="{C8EDF152-84F3-1A09-7861-92C18A9DD983}"/>
          </ac:spMkLst>
        </pc:spChg>
      </pc:sldChg>
      <pc:sldChg chg="addSp delSp modSp new mod">
        <pc:chgData name="Moritz Lang" userId="b25fab5a75462c05" providerId="LiveId" clId="{894FF654-B822-4D74-985C-D3F13E26E2DC}" dt="2026-07-11T10:11:20.231" v="58" actId="207"/>
        <pc:sldMkLst>
          <pc:docMk/>
          <pc:sldMk cId="3149365744" sldId="257"/>
        </pc:sldMkLst>
        <pc:spChg chg="del">
          <ac:chgData name="Moritz Lang" userId="b25fab5a75462c05" providerId="LiveId" clId="{894FF654-B822-4D74-985C-D3F13E26E2DC}" dt="2026-07-11T09:48:46.187" v="33" actId="478"/>
          <ac:spMkLst>
            <pc:docMk/>
            <pc:sldMk cId="3149365744" sldId="257"/>
            <ac:spMk id="2" creationId="{7C485837-182A-835C-968C-1E842C0FD0C1}"/>
          </ac:spMkLst>
        </pc:spChg>
        <pc:spChg chg="del">
          <ac:chgData name="Moritz Lang" userId="b25fab5a75462c05" providerId="LiveId" clId="{894FF654-B822-4D74-985C-D3F13E26E2DC}" dt="2026-07-11T09:48:49.242" v="34" actId="478"/>
          <ac:spMkLst>
            <pc:docMk/>
            <pc:sldMk cId="3149365744" sldId="257"/>
            <ac:spMk id="3" creationId="{2DA49DE1-487A-7662-A504-434F7BA8439C}"/>
          </ac:spMkLst>
        </pc:spChg>
        <pc:spChg chg="add mod ord">
          <ac:chgData name="Moritz Lang" userId="b25fab5a75462c05" providerId="LiveId" clId="{894FF654-B822-4D74-985C-D3F13E26E2DC}" dt="2026-07-11T10:11:16.231" v="57" actId="207"/>
          <ac:spMkLst>
            <pc:docMk/>
            <pc:sldMk cId="3149365744" sldId="257"/>
            <ac:spMk id="3" creationId="{C8975807-31E9-F80D-297E-AFC0D5F41189}"/>
          </ac:spMkLst>
        </pc:spChg>
        <pc:picChg chg="add del mod">
          <ac:chgData name="Moritz Lang" userId="b25fab5a75462c05" providerId="LiveId" clId="{894FF654-B822-4D74-985C-D3F13E26E2DC}" dt="2026-07-11T09:49:43.304" v="39" actId="478"/>
          <ac:picMkLst>
            <pc:docMk/>
            <pc:sldMk cId="3149365744" sldId="257"/>
            <ac:picMk id="5" creationId="{EA7D706C-C4BE-54C2-006A-CD14A2FADDEE}"/>
          </ac:picMkLst>
        </pc:picChg>
        <pc:picChg chg="add mod">
          <ac:chgData name="Moritz Lang" userId="b25fab5a75462c05" providerId="LiveId" clId="{894FF654-B822-4D74-985C-D3F13E26E2DC}" dt="2026-07-11T10:11:20.231" v="58" actId="207"/>
          <ac:picMkLst>
            <pc:docMk/>
            <pc:sldMk cId="3149365744" sldId="257"/>
            <ac:picMk id="7" creationId="{68718C37-85C9-DD87-3318-8DF1C840D0AE}"/>
          </ac:picMkLst>
        </pc:picChg>
      </pc:sldChg>
      <pc:sldChg chg="addSp delSp modSp add mod">
        <pc:chgData name="Moritz Lang" userId="b25fab5a75462c05" providerId="LiveId" clId="{894FF654-B822-4D74-985C-D3F13E26E2DC}" dt="2026-07-11T10:30:47.383" v="96" actId="207"/>
        <pc:sldMkLst>
          <pc:docMk/>
          <pc:sldMk cId="222237892" sldId="258"/>
        </pc:sldMkLst>
        <pc:spChg chg="add mod ord">
          <ac:chgData name="Moritz Lang" userId="b25fab5a75462c05" providerId="LiveId" clId="{894FF654-B822-4D74-985C-D3F13E26E2DC}" dt="2026-07-11T10:30:47.383" v="96" actId="207"/>
          <ac:spMkLst>
            <pc:docMk/>
            <pc:sldMk cId="222237892" sldId="258"/>
            <ac:spMk id="4" creationId="{50A27095-4053-88D9-023B-44FE7849C859}"/>
          </ac:spMkLst>
        </pc:spChg>
        <pc:picChg chg="add mod">
          <ac:chgData name="Moritz Lang" userId="b25fab5a75462c05" providerId="LiveId" clId="{894FF654-B822-4D74-985C-D3F13E26E2DC}" dt="2026-07-11T10:11:08.890" v="56" actId="207"/>
          <ac:picMkLst>
            <pc:docMk/>
            <pc:sldMk cId="222237892" sldId="258"/>
            <ac:picMk id="3" creationId="{883741FD-536A-9F4F-918F-15F4BD49D1F3}"/>
          </ac:picMkLst>
        </pc:picChg>
        <pc:picChg chg="del">
          <ac:chgData name="Moritz Lang" userId="b25fab5a75462c05" providerId="LiveId" clId="{894FF654-B822-4D74-985C-D3F13E26E2DC}" dt="2026-07-11T09:58:26" v="43" actId="478"/>
          <ac:picMkLst>
            <pc:docMk/>
            <pc:sldMk cId="222237892" sldId="258"/>
            <ac:picMk id="7" creationId="{1034CBF0-8924-4E20-FCA3-B34DF3F4C11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197187"/>
            <a:ext cx="6217920" cy="2546773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42174"/>
            <a:ext cx="5486400" cy="1766146"/>
          </a:xfrm>
        </p:spPr>
        <p:txBody>
          <a:bodyPr/>
          <a:lstStyle>
            <a:lvl1pPr marL="0" indent="0" algn="ctr">
              <a:buNone/>
              <a:defRPr sz="1920"/>
            </a:lvl1pPr>
            <a:lvl2pPr marL="365760" indent="0" algn="ctr">
              <a:buNone/>
              <a:defRPr sz="1600"/>
            </a:lvl2pPr>
            <a:lvl3pPr marL="731520" indent="0" algn="ctr">
              <a:buNone/>
              <a:defRPr sz="1440"/>
            </a:lvl3pPr>
            <a:lvl4pPr marL="1097280" indent="0" algn="ctr">
              <a:buNone/>
              <a:defRPr sz="1280"/>
            </a:lvl4pPr>
            <a:lvl5pPr marL="1463040" indent="0" algn="ctr">
              <a:buNone/>
              <a:defRPr sz="1280"/>
            </a:lvl5pPr>
            <a:lvl6pPr marL="1828800" indent="0" algn="ctr">
              <a:buNone/>
              <a:defRPr sz="1280"/>
            </a:lvl6pPr>
            <a:lvl7pPr marL="2194560" indent="0" algn="ctr">
              <a:buNone/>
              <a:defRPr sz="1280"/>
            </a:lvl7pPr>
            <a:lvl8pPr marL="2560320" indent="0" algn="ctr">
              <a:buNone/>
              <a:defRPr sz="1280"/>
            </a:lvl8pPr>
            <a:lvl9pPr marL="2926080" indent="0" algn="ctr">
              <a:buNone/>
              <a:defRPr sz="12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82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8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1823722"/>
            <a:ext cx="6309360" cy="304291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4895429"/>
            <a:ext cx="6309360" cy="1600199"/>
          </a:xfrm>
        </p:spPr>
        <p:txBody>
          <a:bodyPr/>
          <a:lstStyle>
            <a:lvl1pPr marL="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1pPr>
            <a:lvl2pPr marL="36576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2pPr>
            <a:lvl3pPr marL="7315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3pPr>
            <a:lvl4pPr marL="10972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4pPr>
            <a:lvl5pPr marL="146304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5pPr>
            <a:lvl6pPr marL="182880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6pPr>
            <a:lvl7pPr marL="219456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7pPr>
            <a:lvl8pPr marL="256032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8pPr>
            <a:lvl9pPr marL="2926080" indent="0">
              <a:buNone/>
              <a:defRPr sz="12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95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947333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1947333"/>
            <a:ext cx="3108960" cy="46414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58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389468"/>
            <a:ext cx="6309360" cy="14139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4" y="1793241"/>
            <a:ext cx="3094672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4" y="2672080"/>
            <a:ext cx="3094672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1793241"/>
            <a:ext cx="3109913" cy="878839"/>
          </a:xfrm>
        </p:spPr>
        <p:txBody>
          <a:bodyPr anchor="b"/>
          <a:lstStyle>
            <a:lvl1pPr marL="0" indent="0">
              <a:buNone/>
              <a:defRPr sz="1920" b="1"/>
            </a:lvl1pPr>
            <a:lvl2pPr marL="365760" indent="0">
              <a:buNone/>
              <a:defRPr sz="1600" b="1"/>
            </a:lvl2pPr>
            <a:lvl3pPr marL="731520" indent="0">
              <a:buNone/>
              <a:defRPr sz="1440" b="1"/>
            </a:lvl3pPr>
            <a:lvl4pPr marL="1097280" indent="0">
              <a:buNone/>
              <a:defRPr sz="1280" b="1"/>
            </a:lvl4pPr>
            <a:lvl5pPr marL="1463040" indent="0">
              <a:buNone/>
              <a:defRPr sz="1280" b="1"/>
            </a:lvl5pPr>
            <a:lvl6pPr marL="1828800" indent="0">
              <a:buNone/>
              <a:defRPr sz="1280" b="1"/>
            </a:lvl6pPr>
            <a:lvl7pPr marL="2194560" indent="0">
              <a:buNone/>
              <a:defRPr sz="1280" b="1"/>
            </a:lvl7pPr>
            <a:lvl8pPr marL="2560320" indent="0">
              <a:buNone/>
              <a:defRPr sz="1280" b="1"/>
            </a:lvl8pPr>
            <a:lvl9pPr marL="2926080" indent="0">
              <a:buNone/>
              <a:defRPr sz="12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2672080"/>
            <a:ext cx="3109913" cy="39302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49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36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86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7680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1053255"/>
            <a:ext cx="3703320" cy="5198533"/>
          </a:xfrm>
        </p:spPr>
        <p:txBody>
          <a:bodyPr/>
          <a:lstStyle>
            <a:lvl1pPr>
              <a:defRPr sz="2560"/>
            </a:lvl1pPr>
            <a:lvl2pPr>
              <a:defRPr sz="2240"/>
            </a:lvl2pPr>
            <a:lvl3pPr>
              <a:defRPr sz="192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69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487680"/>
            <a:ext cx="2359342" cy="1706880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1053255"/>
            <a:ext cx="3703320" cy="5198533"/>
          </a:xfrm>
        </p:spPr>
        <p:txBody>
          <a:bodyPr anchor="t"/>
          <a:lstStyle>
            <a:lvl1pPr marL="0" indent="0">
              <a:buNone/>
              <a:defRPr sz="2560"/>
            </a:lvl1pPr>
            <a:lvl2pPr marL="365760" indent="0">
              <a:buNone/>
              <a:defRPr sz="2240"/>
            </a:lvl2pPr>
            <a:lvl3pPr marL="731520" indent="0">
              <a:buNone/>
              <a:defRPr sz="1920"/>
            </a:lvl3pPr>
            <a:lvl4pPr marL="1097280" indent="0">
              <a:buNone/>
              <a:defRPr sz="1600"/>
            </a:lvl4pPr>
            <a:lvl5pPr marL="1463040" indent="0">
              <a:buNone/>
              <a:defRPr sz="1600"/>
            </a:lvl5pPr>
            <a:lvl6pPr marL="1828800" indent="0">
              <a:buNone/>
              <a:defRPr sz="1600"/>
            </a:lvl6pPr>
            <a:lvl7pPr marL="2194560" indent="0">
              <a:buNone/>
              <a:defRPr sz="1600"/>
            </a:lvl7pPr>
            <a:lvl8pPr marL="2560320" indent="0">
              <a:buNone/>
              <a:defRPr sz="1600"/>
            </a:lvl8pPr>
            <a:lvl9pPr marL="292608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2194560"/>
            <a:ext cx="2359342" cy="4065694"/>
          </a:xfrm>
        </p:spPr>
        <p:txBody>
          <a:bodyPr/>
          <a:lstStyle>
            <a:lvl1pPr marL="0" indent="0">
              <a:buNone/>
              <a:defRPr sz="1280"/>
            </a:lvl1pPr>
            <a:lvl2pPr marL="365760" indent="0">
              <a:buNone/>
              <a:defRPr sz="1120"/>
            </a:lvl2pPr>
            <a:lvl3pPr marL="731520" indent="0">
              <a:buNone/>
              <a:defRPr sz="960"/>
            </a:lvl3pPr>
            <a:lvl4pPr marL="1097280" indent="0">
              <a:buNone/>
              <a:defRPr sz="800"/>
            </a:lvl4pPr>
            <a:lvl5pPr marL="1463040" indent="0">
              <a:buNone/>
              <a:defRPr sz="800"/>
            </a:lvl5pPr>
            <a:lvl6pPr marL="1828800" indent="0">
              <a:buNone/>
              <a:defRPr sz="800"/>
            </a:lvl6pPr>
            <a:lvl7pPr marL="2194560" indent="0">
              <a:buNone/>
              <a:defRPr sz="800"/>
            </a:lvl7pPr>
            <a:lvl8pPr marL="2560320" indent="0">
              <a:buNone/>
              <a:defRPr sz="800"/>
            </a:lvl8pPr>
            <a:lvl9pPr marL="2926080" indent="0">
              <a:buNone/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0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9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389467"/>
            <a:ext cx="1577340" cy="619929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389467"/>
            <a:ext cx="4640580" cy="619929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2348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389468"/>
            <a:ext cx="6309360" cy="1413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947333"/>
            <a:ext cx="6309360" cy="4641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6780108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411A1E-DFC7-4AC1-A9DF-0250D12B6CC2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6780108"/>
            <a:ext cx="246888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6780108"/>
            <a:ext cx="1645920" cy="389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5B71F-EF9C-48AF-970C-0732BD431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554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31520" rtl="0" eaLnBrk="1" latinLnBrk="0" hangingPunct="1">
        <a:lnSpc>
          <a:spcPct val="90000"/>
        </a:lnSpc>
        <a:spcBef>
          <a:spcPct val="0"/>
        </a:spcBef>
        <a:buNone/>
        <a:defRPr sz="35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73152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224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92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182880" algn="l" defTabSz="73152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32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6080" algn="l" defTabSz="73152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ADD873-8F80-8AFC-1432-EE052674AFB2}"/>
              </a:ext>
            </a:extLst>
          </p:cNvPr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EDF152-84F3-1A09-7861-92C18A9DD983}"/>
              </a:ext>
            </a:extLst>
          </p:cNvPr>
          <p:cNvSpPr/>
          <p:nvPr/>
        </p:nvSpPr>
        <p:spPr>
          <a:xfrm>
            <a:off x="551458" y="611325"/>
            <a:ext cx="6416893" cy="538609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>
                    <a:lumMod val="9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f(x)</a:t>
            </a:r>
            <a:endParaRPr lang="en-US" sz="3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>
                  <a:lumMod val="9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24827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975807-31E9-F80D-297E-AFC0D5F41189}"/>
              </a:ext>
            </a:extLst>
          </p:cNvPr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5A5A5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Folder Search with solid fill">
            <a:extLst>
              <a:ext uri="{FF2B5EF4-FFF2-40B4-BE49-F238E27FC236}">
                <a16:creationId xmlns:a16="http://schemas.microsoft.com/office/drawing/2014/main" id="{68718C37-85C9-DD87-3318-8DF1C840D0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2759" y="220717"/>
            <a:ext cx="6831723" cy="6831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65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81E3A-FBFF-3FC1-C305-9080816B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A27095-4053-88D9-023B-44FE7849C859}"/>
              </a:ext>
            </a:extLst>
          </p:cNvPr>
          <p:cNvSpPr/>
          <p:nvPr/>
        </p:nvSpPr>
        <p:spPr>
          <a:xfrm>
            <a:off x="0" y="0"/>
            <a:ext cx="7315200" cy="7315200"/>
          </a:xfrm>
          <a:prstGeom prst="rect">
            <a:avLst/>
          </a:prstGeom>
          <a:solidFill>
            <a:srgbClr val="C3C4E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 descr="Gears with solid fill">
            <a:extLst>
              <a:ext uri="{FF2B5EF4-FFF2-40B4-BE49-F238E27FC236}">
                <a16:creationId xmlns:a16="http://schemas.microsoft.com/office/drawing/2014/main" id="{883741FD-536A-9F4F-918F-15F4BD49D1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2249" y="273269"/>
            <a:ext cx="6789682" cy="678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7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</Words>
  <Application>Microsoft Office PowerPoint</Application>
  <PresentationFormat>Custom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Moritz Lang</dc:creator>
  <cp:lastModifiedBy>Moritz Lang</cp:lastModifiedBy>
  <cp:revision>1</cp:revision>
  <dcterms:created xsi:type="dcterms:W3CDTF">2026-07-11T09:46:19Z</dcterms:created>
  <dcterms:modified xsi:type="dcterms:W3CDTF">2026-07-11T10:30:59Z</dcterms:modified>
</cp:coreProperties>
</file>